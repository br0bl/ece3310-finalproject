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177332d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177332d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project is a simulator to test different work stealing algorithms for parallel processing.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Structurally</a:t>
            </a:r>
            <a:r>
              <a:rPr lang="en"/>
              <a:t>, the simulator has a set of workers, each with their own deque of tasks to process. Workers process their tasks FIFO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 happens over discrete units of time called cycles. The simulator controls the passage of cycles and the test bed runs multiple simulators at once.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177332d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177332d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worker has a deque implemented by a doubly linked list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design for the deque was taken from the singly linked list example and expanded on.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work is stolen from the back of a victims deque, implementing a doubly linked list by adding a pointer to the previous node improves the speed of stealing from O(n) to O(1) by avoiding scanning through the deque.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177332da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177332da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first algorithm is a simple baseline for comparison. There really is no algorithm, workers exclusively work from their local deque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177332da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177332da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177332da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177332da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177332da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177332da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177332da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177332da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177332da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177332da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177332da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177332da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177332da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177332da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177332da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177332da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Process Scheduling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Simulator</a:t>
            </a:r>
            <a:endParaRPr sz="4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Ben Robles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functionality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63800"/>
            <a:ext cx="8845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simulator to test variations of work stealing algorithms for parallel processing.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2523" y="1876246"/>
            <a:ext cx="39453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750" lIns="115750" spcFirstLastPara="1" rIns="115750" wrap="square" tIns="1157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Structure</a:t>
            </a:r>
            <a:r>
              <a:rPr lang="en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19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19"/>
              </a:spcBef>
              <a:spcAft>
                <a:spcPts val="1519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21425" y="2450600"/>
            <a:ext cx="39453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Task -&gt; Deque -&gt; Workers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Each worker has a deque of tasks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Workers process tasks FIFO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877275" y="1856788"/>
            <a:ext cx="39453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750" lIns="115750" spcFirstLastPara="1" rIns="115750" wrap="square" tIns="1157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Processing: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19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19"/>
              </a:spcBef>
              <a:spcAft>
                <a:spcPts val="1519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925900" y="2425062"/>
            <a:ext cx="39453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Cycles -&gt; Simulation -&gt; Testbed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Cycles are discrete units of time.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Tasks take variable cycles to complete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and Algorithms (1)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17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Each worker has a deque implemented by a doubly </a:t>
            </a:r>
            <a:r>
              <a:rPr lang="en">
                <a:solidFill>
                  <a:schemeClr val="dk1"/>
                </a:solidFill>
              </a:rPr>
              <a:t>linked</a:t>
            </a:r>
            <a:r>
              <a:rPr lang="en">
                <a:solidFill>
                  <a:schemeClr val="dk1"/>
                </a:solidFill>
              </a:rPr>
              <a:t> list</a:t>
            </a:r>
            <a:endParaRPr>
              <a:solidFill>
                <a:schemeClr val="dk1"/>
              </a:solidFill>
            </a:endParaRPr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Original deque was taken from the singly linked list example</a:t>
            </a:r>
            <a:endParaRPr sz="1400">
              <a:solidFill>
                <a:schemeClr val="dk1"/>
              </a:solidFill>
            </a:endParaRPr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Work</a:t>
            </a:r>
            <a:r>
              <a:rPr lang="en" sz="1400">
                <a:solidFill>
                  <a:schemeClr val="dk1"/>
                </a:solidFill>
              </a:rPr>
              <a:t> is</a:t>
            </a:r>
            <a:r>
              <a:rPr lang="en" sz="1400">
                <a:solidFill>
                  <a:schemeClr val="dk1"/>
                </a:solidFill>
              </a:rPr>
              <a:t> stolen from the back of a victims deque, so changing to a doubly linked list by adding a pointer to the previous node improves the speed of stealing from O(n) to O(1) by avoiding scanning through the deque.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2175" y="549200"/>
            <a:ext cx="2330124" cy="1008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1438" y="2395150"/>
            <a:ext cx="2750575" cy="22040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" name="Google Shape;74;p15"/>
          <p:cNvSpPr/>
          <p:nvPr/>
        </p:nvSpPr>
        <p:spPr>
          <a:xfrm>
            <a:off x="1904075" y="3435525"/>
            <a:ext cx="1881600" cy="96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2299438" y="4657200"/>
            <a:ext cx="1794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Singly Linked List, O(n)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9177" y="2395150"/>
            <a:ext cx="2694362" cy="22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5192175" y="3636525"/>
            <a:ext cx="1964100" cy="65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5274314" y="4657200"/>
            <a:ext cx="1964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Doubly</a:t>
            </a:r>
            <a:r>
              <a:rPr lang="en" sz="1200">
                <a:solidFill>
                  <a:schemeClr val="dk1"/>
                </a:solidFill>
              </a:rPr>
              <a:t> Linked List, O(1)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and Algorithms (2)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No Work Stealing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529800"/>
            <a:ext cx="5625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Workers</a:t>
            </a:r>
            <a:r>
              <a:rPr lang="en">
                <a:solidFill>
                  <a:schemeClr val="dk1"/>
                </a:solidFill>
              </a:rPr>
              <a:t> exclusively work</a:t>
            </a:r>
            <a:r>
              <a:rPr lang="en">
                <a:solidFill>
                  <a:schemeClr val="dk1"/>
                </a:solidFill>
              </a:rPr>
              <a:t> from</a:t>
            </a:r>
            <a:r>
              <a:rPr lang="en">
                <a:solidFill>
                  <a:schemeClr val="dk1"/>
                </a:solidFill>
              </a:rPr>
              <a:t> their local deque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Simple b</a:t>
            </a:r>
            <a:r>
              <a:rPr lang="en">
                <a:solidFill>
                  <a:schemeClr val="dk1"/>
                </a:solidFill>
              </a:rPr>
              <a:t>aseline for comparison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5" name="Google Shape;85;p16" title="Untitled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238" y="2355788"/>
            <a:ext cx="353377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354925"/>
            <a:ext cx="8000700" cy="15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When a worker becomes idle by having no current task and an empty deque, it attempts a steal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Iterating through the other workers, the thief finds a worker with </a:t>
            </a:r>
            <a:r>
              <a:rPr lang="en">
                <a:solidFill>
                  <a:schemeClr val="dk1"/>
                </a:solidFill>
              </a:rPr>
              <a:t>at least</a:t>
            </a:r>
            <a:r>
              <a:rPr lang="en">
                <a:solidFill>
                  <a:schemeClr val="dk1"/>
                </a:solidFill>
              </a:rPr>
              <a:t> one task in its deque, steals it, and then adds it to its own deque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and Algorithms 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Idle Work Stealing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105" y="2571750"/>
            <a:ext cx="3483694" cy="23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495321"/>
            <a:ext cx="8520600" cy="30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task has a priority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a worker doesn’t have a </a:t>
            </a:r>
            <a:r>
              <a:rPr lang="en">
                <a:solidFill>
                  <a:schemeClr val="dk1"/>
                </a:solidFill>
              </a:rPr>
              <a:t>maximum priority task it iterates through other workers deques to look for one and attempt a steal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task has a type. Workers complete tasks matching their type faster (in half as many cycles)</a:t>
            </a:r>
            <a:endParaRPr sz="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each steal attempt of a maximum priority task, the worker calculates whether it's worth stealing by its type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When no more priority tasks are left, workers default to idle stealing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and Algorithms (4)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Work Stealing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and Algorithms (4)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Work Stealing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 title="Untitled Diagram.drawio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763" y="1536775"/>
            <a:ext cx="4930475" cy="32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Data Structures and Algorithms (5)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520600" cy="12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To create a dataset for an experiment, a vector of variable tasks is generated using &lt;random&gt;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vector of tasks is sorted by priority using insertion sort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50" y="2001025"/>
            <a:ext cx="4977301" cy="22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5740525" y="2035200"/>
            <a:ext cx="30918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Potential improvements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5740525" y="2437800"/>
            <a:ext cx="3091800" cy="22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Implement a quicksort when the number of tasks is greater than 20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Modify the underlying data structure to make the deque a priority deque, avoiding the need for sorting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217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Testbed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275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 test runs all the simulation types (No, Idle, and Priority work stealing) with the same tasks and stores its results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Tasks are </a:t>
            </a:r>
            <a:r>
              <a:rPr lang="en" sz="1200">
                <a:solidFill>
                  <a:schemeClr val="dk1"/>
                </a:solidFill>
              </a:rPr>
              <a:t>generated</a:t>
            </a:r>
            <a:r>
              <a:rPr lang="en" sz="1200">
                <a:solidFill>
                  <a:schemeClr val="dk1"/>
                </a:solidFill>
              </a:rPr>
              <a:t> per test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Each test: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4 workers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50 tasks: minimum 3 cycles, maximum 40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Maximum priority: 5 (≈ ⅕ </a:t>
            </a:r>
            <a:r>
              <a:rPr lang="en" sz="1200">
                <a:solidFill>
                  <a:schemeClr val="dk1"/>
                </a:solidFill>
              </a:rPr>
              <a:t>probability)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282925" y="1043800"/>
            <a:ext cx="3150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Each worker has a deque of tasks to process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Processing tasks happen by cycle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Simulation ends when all cycles are complete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3433825" y="1017725"/>
            <a:ext cx="3150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Tasks are sorted by priority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Each task has a type and are originally assigned to the workers who will do them fastest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4709700" y="3497775"/>
            <a:ext cx="3543600" cy="490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What happens after 1000 tests?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50" y="1224200"/>
            <a:ext cx="4773318" cy="34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4575" y="1849550"/>
            <a:ext cx="3676675" cy="14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Results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4265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Idle work stealing finished in less cycles than no work stealing in 86.6% of tests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Priority work stealing finished in less cycles than idle work stealing in 27.6% of tests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Average cycles saved by priority work stealing compared to idle work stealing: -2.414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Priority work stealing finished priority tasks in less cycles in 71.6% of tests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Average priority cycles saved by priority work stealing: 7.976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Average NWS Total Cycles: 183.428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Average IWS Total Cycles: 162.811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Average PWS Total Cycles: 165.225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Conclusion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6229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 Average: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Priority work stealing is 2 cycles slower than idle work stealing but f</a:t>
            </a:r>
            <a:r>
              <a:rPr lang="en">
                <a:solidFill>
                  <a:schemeClr val="dk1"/>
                </a:solidFill>
              </a:rPr>
              <a:t>inishes priority tasks 7 cycles faster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Any form of work stealing finishes ~20 cycles faster than no work stealing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Idle work stealing is slightly faster, but priority work stealing is more productive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